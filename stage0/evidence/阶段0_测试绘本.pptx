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PRIVATE-FIXTURE-8642：仅供教师看的合成测试台词。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空备注测试页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What color is it?</a:t>
            </a:r>
          </a:p>
          <a:p>
            <a:r>
              <a:rPr sz="2800"/>
              <a:t>A. Green   B. 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长备注测试页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Tell a short story about the forest.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图文测试页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Welcome to the forest!</a:t>
            </a:r>
          </a:p>
          <a:p>
            <a:r>
              <a:rPr sz="2800"/>
              <a:t>Look, think and answer.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