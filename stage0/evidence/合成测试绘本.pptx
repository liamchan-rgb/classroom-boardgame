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教师测试长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PRIVATE-FIXTURE-8642：仅供教师看的合成测试台词。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空备注测试页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长备注测试页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图文测试页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